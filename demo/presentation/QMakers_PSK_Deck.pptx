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7652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>
                <a:solidFill>
                  <a:srgbClr val="141B26"/>
                </a:solidFill>
                <a:latin typeface="Segoe UI"/>
              </a:rPr>
              <a:t>PSK Personalised Lobby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97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2B6FC8"/>
                </a:solidFill>
                <a:latin typeface="Segoe UI"/>
              </a:rPr>
              <a:t>The lobby should know who is looking at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5204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475363"/>
                </a:solidFill>
                <a:latin typeface="Segoe UI"/>
              </a:rPr>
              <a:t>A game recommender that rebuilds the casino lobby around what each player actually plays — their history, their favourites, their next game.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617720"/>
            <a:ext cx="10765231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463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75363"/>
                </a:solidFill>
                <a:latin typeface="Consolas"/>
              </a:rPr>
              <a:t>23,673 players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48463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75363"/>
                </a:solidFill>
                <a:latin typeface="Consolas"/>
              </a:rPr>
              <a:t>3,202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48463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75363"/>
                </a:solidFill>
                <a:latin typeface="Consolas"/>
              </a:rPr>
              <a:t>741,679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9992" y="48463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75363"/>
                </a:solidFill>
                <a:latin typeface="Consolas"/>
              </a:rPr>
              <a:t>a trained ranker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806440"/>
            <a:ext cx="10765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8B96A5"/>
                </a:solidFill>
                <a:latin typeface="Segoe UI"/>
              </a:rPr>
              <a:t>Team Q'Makers  ·  Bandlapalli Roshan Babu  ·  C. Kavya Sri · M. Yashwanth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8B96A5"/>
                </a:solidFill>
                <a:latin typeface="Segoe UI"/>
              </a:rPr>
              <a:t>FEG Innovation Challenge 2026  ·  Croatian brand (PSK)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01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One lobby. 23,673 players.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psk.hr's casino lobby is static. The biggest row is Najigranije — “most played” — and it is identical for every single player, whether they have played one game or three hundred.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398471"/>
            <a:ext cx="3417722" cy="169164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53919"/>
            <a:ext cx="29788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C03932"/>
                </a:solidFill>
                <a:latin typeface="Segoe UI"/>
              </a:rPr>
              <a:t>3,580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84855"/>
            <a:ext cx="297881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launches from SEARCH — the single most common route to a game, ahead of every browsable surface. If you have to type the name, the lobby didn't surface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6986" y="2398471"/>
            <a:ext cx="3417722" cy="169164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6442" y="2553919"/>
            <a:ext cx="29788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C03932"/>
                </a:solidFill>
                <a:latin typeface="Segoe UI"/>
              </a:rPr>
              <a:t>29–32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442" y="3184855"/>
            <a:ext cx="297881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games the top row can ever reach, of 3,202. About 1% of the library — the same 1% for everyone.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0740" y="2398471"/>
            <a:ext cx="3417722" cy="169164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553919"/>
            <a:ext cx="29788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C03932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196" y="3184855"/>
            <a:ext cx="297881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personalised rows today. The widgets exist — top_10, providers, categories — but not one of them adapts to the player.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10151"/>
            <a:ext cx="107652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Segoe UI"/>
              </a:rPr>
              <a:t>A seventh of all stake </a:t>
            </a:r>
            <a:r>
              <a:rPr sz="1500" b="0">
                <a:solidFill>
                  <a:srgbClr val="141B26"/>
                </a:solidFill>
                <a:latin typeface="Segoe UI"/>
              </a:rPr>
              <a:t>— €19.6M, 13.7% — sits on games a player was trying for the first time. That entire flow is served today by a search box and one row that never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01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02  /  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Players already explore. They just explore badly.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097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75511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800" b="1">
                <a:solidFill>
                  <a:srgbClr val="2B6FC8"/>
                </a:solidFill>
                <a:latin typeface="Segoe UI"/>
              </a:rPr>
              <a:t>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55671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of plays in a held-out week were games the player had </a:t>
            </a:r>
            <a:r>
              <a:rPr sz="1500" b="1">
                <a:solidFill>
                  <a:srgbClr val="141B26"/>
                </a:solidFill>
                <a:latin typeface="Segoe UI"/>
              </a:rPr>
              <a:t>never played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3792" y="1593799"/>
            <a:ext cx="628467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41B26"/>
                </a:solidFill>
                <a:latin typeface="Segoe UI"/>
              </a:rPr>
              <a:t>This is not an audience that needs persuading to try something new. They try new games constantly — through a search box and one global row. The demand for discovery is already there. The lobby simply doesn't serve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93792" y="2718511"/>
            <a:ext cx="6284671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9824" y="2901391"/>
            <a:ext cx="577260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Segoe UI"/>
              </a:rPr>
              <a:t>And they have clear favourites. </a:t>
            </a:r>
            <a:r>
              <a:rPr sz="1350" b="0">
                <a:solidFill>
                  <a:srgbClr val="475363"/>
                </a:solidFill>
                <a:latin typeface="Segoe UI"/>
              </a:rPr>
              <a:t>A median 78% of a player's launches sit in their top-3 games, and 65% come from a single provider.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3792" y="4272991"/>
            <a:ext cx="62846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Segoe UI"/>
              </a:rPr>
              <a:t>So the lobby has two jobs, not one: </a:t>
            </a:r>
            <a:r>
              <a:rPr sz="1400" b="0">
                <a:solidFill>
                  <a:srgbClr val="475363"/>
                </a:solidFill>
                <a:latin typeface="Segoe UI"/>
              </a:rPr>
              <a:t>get them back to what they love, and show them what's next. We built and measured both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02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03  / 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Sign in, and the lobby becomes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One gesture. Signed out you get what every psk.hr visitor gets today; signed in, the same page rebuilds from that player's own history.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352751"/>
            <a:ext cx="5227167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17343"/>
            <a:ext cx="476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C03932"/>
                </a:solidFill>
                <a:latin typeface="Consolas"/>
              </a:rPr>
              <a:t>SIGNED OUT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2 rows — Popularno, Nove igre. Identical for all 23,673 players.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1295" y="2352751"/>
            <a:ext cx="5227167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9039" y="2517343"/>
            <a:ext cx="476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27652"/>
                </a:solidFill>
                <a:latin typeface="Consolas"/>
              </a:rPr>
              <a:t>SIGNED IN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6 rows, built from that player's history by the trained ranker.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3651199"/>
          <a:ext cx="10765230" cy="2340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98960"/>
                <a:gridCol w="796627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Row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Nastavi igrati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Their own games, recency-weighted. Serves 100% of players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Preporučeno za tebe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“Jer igraš 4 Scarab Coins: Hold and Win” — the trained ranker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Otkrij nešto novo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The tail: same model, blockbusters removed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Jackpoti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136 jackpot-eligible titles, ordered by the same model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Popularno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The row PSK ships today — kept unchanged, and that is the point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Nove igre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275 genuinely new titles, from real release age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03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6FA8E8"/>
                </a:solidFill>
                <a:latin typeface="Consolas"/>
              </a:rPr>
              <a:t>LIVE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Watch two rows become six.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6FA8E8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3246120"/>
            <a:ext cx="102165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9D3E0"/>
                </a:solidFill>
                <a:latin typeface="Segoe UI"/>
              </a:rPr>
              <a:t>The anonymous lobby — what all 23,673 players see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66674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6FA8E8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666744"/>
            <a:ext cx="102165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9D3E0"/>
                </a:solidFill>
                <a:latin typeface="Segoe UI"/>
              </a:rPr>
              <a:t>Sign in as ana.k — the same page rebuilds into six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8736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6FA8E8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4087368"/>
            <a:ext cx="102165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9D3E0"/>
                </a:solidFill>
                <a:latin typeface="Segoe UI"/>
              </a:rPr>
              <a:t>Read a tile: “Jer igraš …” is the literal top contributor to that score, not a generated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50799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6FA8E8"/>
                </a:solidFill>
                <a:latin typeface="Consola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4507992"/>
            <a:ext cx="102165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9D3E0"/>
                </a:solidFill>
                <a:latin typeface="Segoe UI"/>
              </a:rPr>
              <a:t>davor.z — sign-in REFUSED. Age unverified; the check must precede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286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6FA8E8"/>
                </a:solidFill>
                <a:latin typeface="Consola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928616"/>
            <a:ext cx="102165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9D3E0"/>
                </a:solidFill>
                <a:latin typeface="Segoe UI"/>
              </a:rPr>
              <a:t>lucija.h — signs in, zero rows. Self-exclusion blocks inducements, not account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80760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828FA0"/>
                </a:solidFill>
                <a:latin typeface="Segoe UI"/>
              </a:rPr>
              <a:t>12 demo accounts, generated from real player histories in the model. The change you are watching is the ranker running on that player's data — not a mock-up.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C03932"/>
                </a:solidFill>
                <a:latin typeface="Consolas"/>
              </a:rPr>
              <a:t>04  /  THE FINDING WE DIDN'T WANT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Our recommender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On predicting the next game a player tries, collaborative filtering was beaten outright by the global popularity row PSK already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371039"/>
          <a:ext cx="5029200" cy="1517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18104"/>
                <a:gridCol w="191109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NDCG@10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Consolas"/>
                        </a:rPr>
                        <a:t>most_played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27652"/>
                          </a:solidFill>
                          <a:latin typeface="Segoe UI"/>
                        </a:rPr>
                        <a:t>0.211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Consolas"/>
                        </a:rPr>
                        <a:t>provider_popular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0.135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Consolas"/>
                        </a:rPr>
                        <a:t>item-item CF  (ours)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C03932"/>
                          </a:solidFill>
                          <a:latin typeface="Segoe UI"/>
                        </a:rPr>
                        <a:t>0.049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04439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8B96A5"/>
                </a:solidFill>
                <a:latin typeface="Segoe UI"/>
              </a:rPr>
              <a:t>Discovery task, 9,102 players. We tuned hard before accepting it — popularity correction, shrinkage, neighbourhood size, and a popularity-blended hybrid across eight weights. Nothing beat plain popularity.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2371039"/>
            <a:ext cx="5278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41B26"/>
                </a:solidFill>
                <a:latin typeface="Segoe UI"/>
              </a:rPr>
              <a:t>Why — and it is a real fact about PSK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2855671"/>
            <a:ext cx="5278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75363"/>
                </a:solidFill>
                <a:latin typeface="Segoe UI"/>
              </a:rPr>
              <a:t>What players try next is overwhelmingly what is already popular. Spearman correlation between a game's popularity and its next-week discovery count is 0.79. One title — Goal Goal Goal: Cash Collect — takes 13% of all discovery plays on its 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4272991"/>
            <a:ext cx="5278831" cy="868680"/>
          </a:xfrm>
          <a:prstGeom prst="rect">
            <a:avLst/>
          </a:prstGeom>
          <a:solidFill>
            <a:srgbClr val="F3F6FA"/>
          </a:solidFill>
          <a:ln w="17780">
            <a:solidFill>
              <a:srgbClr val="2B6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455871"/>
            <a:ext cx="48399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41B26"/>
                </a:solidFill>
                <a:latin typeface="Segoe UI"/>
              </a:rPr>
              <a:t>So we kept the popularity row. </a:t>
            </a:r>
            <a:r>
              <a:rPr sz="1400" b="0">
                <a:solidFill>
                  <a:srgbClr val="475363"/>
                </a:solidFill>
                <a:latin typeface="Segoe UI"/>
              </a:rPr>
              <a:t>Replacing it would have made the lobby worse.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04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27652"/>
                </a:solidFill>
                <a:latin typeface="Consolas"/>
              </a:rPr>
              <a:t>05  /  THE RESULT THAT JUSTIFIES 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But popularity only knows 29 games.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2697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Remove the global top-50 — the blockbusters everyone already sees — and the result reverses completely.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5803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064715"/>
          <a:ext cx="5029200" cy="1988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18104"/>
                <a:gridCol w="191109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NDCG@10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Trained ranker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27652"/>
                          </a:solidFill>
                          <a:latin typeface="Segoe UI"/>
                        </a:rPr>
                        <a:t>0.0708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Blend (sequence + CF)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0.0655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Sequence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0.0649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Item-item CF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0.0490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Consolas"/>
                        </a:rPr>
                        <a:t>most_played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C03932"/>
                          </a:solidFill>
                          <a:latin typeface="Segoe UI"/>
                        </a:rPr>
                        <a:t>0.0165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99632" y="2064715"/>
            <a:ext cx="2529687" cy="1298448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2220163"/>
            <a:ext cx="2090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27652"/>
                </a:solidFill>
                <a:latin typeface="Segoe UI"/>
              </a:rPr>
              <a:t>4.28×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851099"/>
            <a:ext cx="20907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accuracy on the tail vs the popularity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48775" y="2064715"/>
            <a:ext cx="2529687" cy="1298448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231" y="2220163"/>
            <a:ext cx="2090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27652"/>
                </a:solidFill>
                <a:latin typeface="Segoe UI"/>
              </a:rPr>
              <a:t>25×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8231" y="2851099"/>
            <a:ext cx="20907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the catalogue reached — 732 games instead of 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3527755"/>
            <a:ext cx="5278831" cy="1298448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683203"/>
            <a:ext cx="48399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2B6FC8"/>
                </a:solidFill>
                <a:latin typeface="Segoe UI"/>
              </a:rPr>
              <a:t>76.5%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314139"/>
            <a:ext cx="483991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of all discovery plays live in that tail. This is not a niche we invented — it is where most exploration already happens.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31843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8B96A5"/>
                </a:solidFill>
                <a:latin typeface="Segoe UI"/>
              </a:rPr>
              <a:t>Logistic regression over 14 features, ~200,000 labelled rows. Hyperparameters chosen on a separate validation week — never the test week. Ordering holds at the top-20 and top-100 boundaries too, so it is not an artefact of where we drew the 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05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06  /  THE DESIGN THAT FOLLOWS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Popularity owns the head. We own the tail.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The recommender is additive. Nothing that already worked was removed, so the downside is bounded at screen space — and every row ships behind its own feature flag.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352751"/>
          <a:ext cx="10765229" cy="27797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0698"/>
                <a:gridCol w="2368350"/>
                <a:gridCol w="613618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Row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Why it earns its place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Popularno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popularity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The incumbent row (Najigranije), unchanged — because it wins its job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Nastavi igrati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recency-weighted history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Their own games, most recent first. NDCG 0.73 — and we label it the easy task it is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Preporučeno za tebe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trained ranker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“Because you played X” — the literal top contributor to the score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Otkrij nešto novo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ranker, top-50 removed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Where the 4.28× lives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Jackpoti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ranker + eligibility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136 jackpot titles, ordered by the model rather than by prize size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Nove igre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cold items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12.1% of discovery is on games with zero history — no CF can ever reach them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07  /  COMPLIANCE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The gate runs before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And there are two of them, firing at different points, because the law treats them differently. Getting either backwards would be a real compliance failure — so both are asserted in tests rather than described in prose.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334463"/>
          <a:ext cx="10765229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5393"/>
                <a:gridCol w="3337221"/>
                <a:gridCol w="538261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Where it fires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363"/>
                          </a:solidFill>
                          <a:latin typeface="Segoe UI"/>
                        </a:rPr>
                        <a:t>Why there</a:t>
                      </a:r>
                    </a:p>
                  </a:txBody>
                  <a:tcPr marL="109728" marR="109728" marT="45720" marB="45720" anchor="ctr">
                    <a:solidFill>
                      <a:srgbClr val="F3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C03932"/>
                          </a:solidFill>
                          <a:latin typeface="Segoe UI"/>
                        </a:rPr>
                        <a:t>Age / ID unverified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At sign-in — refused, no session issued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Croatia's Act on Measures for Socially Responsible Organisation of Games of Chance: the check must precede play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C03932"/>
                          </a:solidFill>
                          <a:latin typeface="Segoe UI"/>
                        </a:rPr>
                        <a:t>Self-excluded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41B26"/>
                          </a:solidFill>
                          <a:latin typeface="Segoe UI"/>
                        </a:rPr>
                        <a:t>After sign-in — account opens, lobby returns zero rows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41B26"/>
                          </a:solidFill>
                          <a:latin typeface="Segoe UI"/>
                        </a:rPr>
                        <a:t>Self-exclusion blocks inducements, not account access. The person must still reach their account and support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4058107"/>
            <a:ext cx="64008" cy="64008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80383"/>
            <a:ext cx="10564063" cy="4675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1B26"/>
                </a:solidFill>
                <a:latin typeface="Segoe UI"/>
              </a:rPr>
              <a:t>Graded inversion. </a:t>
            </a:r>
            <a:r>
              <a:rPr sz="1300" b="0">
                <a:solidFill>
                  <a:srgbClr val="475363"/>
                </a:solidFill>
                <a:latin typeface="Segoe UI"/>
              </a:rPr>
              <a:t>From MODERATE the objective flips — every engagement row is withheld, only Nastavi igrati survives, and the withheld rows come back in the response so the decision is auditable.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4671974"/>
            <a:ext cx="64008" cy="64008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94250"/>
            <a:ext cx="10564063" cy="4675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1B26"/>
                </a:solidFill>
                <a:latin typeface="Segoe UI"/>
              </a:rPr>
              <a:t>Explainable by construction. </a:t>
            </a:r>
            <a:r>
              <a:rPr sz="1300" b="0">
                <a:solidFill>
                  <a:srgbClr val="475363"/>
                </a:solidFill>
                <a:latin typeface="Segoe UI"/>
              </a:rPr>
              <a:t>Every tile carries the literal top contributor to its score, and a test proves that attribution reconstructs the model's probability exactly. EU AI Act 2024/1689.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285841"/>
            <a:ext cx="64008" cy="64008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08117"/>
            <a:ext cx="10564063" cy="4675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41B26"/>
                </a:solidFill>
                <a:latin typeface="Segoe UI"/>
              </a:rPr>
              <a:t>No stake suggestion exists in the codebase. </a:t>
            </a:r>
            <a:r>
              <a:rPr sz="1300" b="0">
                <a:solidFill>
                  <a:srgbClr val="475363"/>
                </a:solidFill>
                <a:latin typeface="Segoe UI"/>
              </a:rPr>
              <a:t>Games, never amounts. No countdowns, no scarcity, no “others are playing”, no near-miss framing.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07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B87D0A"/>
                </a:solidFill>
                <a:latin typeface="Consolas"/>
              </a:rPr>
              <a:t>08  /  BUSINESS IMPACT — AND WHAT WE COULD NOT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We refuse to give you a revenue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We looked for one. Three tests, and it did not survive contact with the data. Reporting it anyway would have been the easy thing to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334463"/>
            <a:ext cx="5199735" cy="2286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17343"/>
            <a:ext cx="472424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41B26"/>
                </a:solidFill>
                <a:latin typeface="Segoe UI"/>
              </a:rPr>
              <a:t>What is real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€19.6M — 13.7% of all stake — sits on games a player was trying for the first time. 138,041 first-time adoptions a fortnight, median €16.16 each.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Tail games are not the cheap end: median stake €17.00 against €10.50 for a top-50 game.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334463"/>
            <a:ext cx="5199735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471" y="2517343"/>
            <a:ext cx="4724247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03932"/>
                </a:solidFill>
                <a:latin typeface="Segoe UI"/>
              </a:rPr>
              <a:t>What failed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Breadth correlates hugely with value (1–2 games €16 → 26+ games €5,446) — but it is confounded by activity level.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Matched on week-3 activity, adopters retain no better: 56.8% vs 57.6%.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475363"/>
                </a:solidFill>
                <a:latin typeface="Segoe UI"/>
              </a:rPr>
              <a:t>And they stake less the following week at every matched band — €155 against €246.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821631"/>
            <a:ext cx="10765231" cy="1392935"/>
          </a:xfrm>
          <a:prstGeom prst="rect">
            <a:avLst/>
          </a:prstGeom>
          <a:solidFill>
            <a:srgbClr val="F3F6FA"/>
          </a:solidFill>
          <a:ln w="17780">
            <a:solidFill>
              <a:srgbClr val="2B6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5022799"/>
            <a:ext cx="10253167" cy="990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41B26"/>
                </a:solidFill>
                <a:latin typeface="Segoe UI"/>
              </a:rPr>
              <a:t>The reframe. </a:t>
            </a:r>
            <a:r>
              <a:rPr sz="1300" b="0">
                <a:solidFill>
                  <a:srgbClr val="475363"/>
                </a:solidFill>
                <a:latin typeface="Segoe UI"/>
              </a:rPr>
              <a:t>Exploration correlates with lower value because exploration currently fails — players hunt and don't find. The product's job is not more exploration; it is making the exploration they already do succeed. </a:t>
            </a:r>
            <a:r>
              <a:rPr sz="1300" b="1">
                <a:solidFill>
                  <a:srgbClr val="141B26"/>
                </a:solidFill>
                <a:latin typeface="Segoe UI"/>
              </a:rPr>
              <a:t>The experiment that settles it: </a:t>
            </a:r>
            <a:r>
              <a:rPr sz="1300" b="0">
                <a:solidFill>
                  <a:srgbClr val="475363"/>
                </a:solidFill>
                <a:latin typeface="Segoe UI"/>
              </a:rPr>
              <a:t>A/B on the lobby, primary metric = first-time adoptions replayed within 7 days. That separates “found something good” from “tried and bounced” — exactly what the failed tests could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08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09  /  THE CONSTRAINT, AND THE ONE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58% of stake is on games we cannot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809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The export identifies most games by opaque codes like pop_9f571b7a_egtfeg. They train the model — their co-occurrence is real signal — but they can never be recommended, because a player has no way to know what they are being offered.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165299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622499"/>
            <a:ext cx="3417722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777947"/>
            <a:ext cx="29788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C03932"/>
                </a:solidFill>
                <a:latin typeface="Segoe UI"/>
              </a:rPr>
              <a:t>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08883"/>
            <a:ext cx="29788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of all stake still sits on games with no title we can show a 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6986" y="2622499"/>
            <a:ext cx="3417722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6442" y="2777947"/>
            <a:ext cx="29788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127652"/>
                </a:solidFill>
                <a:latin typeface="Segoe UI"/>
              </a:rPr>
              <a:t>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442" y="3408883"/>
            <a:ext cx="29788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codes our name bridge recovered from behavioural co-occurrence alone — 37% of all stake, taking the catalogue to 479 games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0740" y="2622499"/>
            <a:ext cx="3417722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777947"/>
            <a:ext cx="297881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2B6FC8"/>
                </a:solidFill>
                <a:latin typeface="Segoe UI"/>
              </a:rPr>
              <a:t>~9×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196" y="3408883"/>
            <a:ext cx="29788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363"/>
                </a:solidFill>
                <a:latin typeface="Segoe UI"/>
              </a:rPr>
              <a:t>the addressable inventory, if FEG shares a game catalogue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22699"/>
            <a:ext cx="107652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41B26"/>
                </a:solidFill>
                <a:latin typeface="Segoe UI"/>
              </a:rPr>
              <a:t>The bridge validates itself. </a:t>
            </a:r>
            <a:r>
              <a:rPr sz="1350" b="0">
                <a:solidFill>
                  <a:srgbClr val="475363"/>
                </a:solidFill>
                <a:latin typeface="Segoe UI"/>
              </a:rPr>
              <a:t>It independently produced gpas_3chken_pop → “4 Crazy Cluckers” (111 votes) and gpas_wpisto_pop → “Mega Fire Blaze: Wild Pistolero” (48). Both slugs decode to their resolved titles — which the algorithm has no way to read.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926787"/>
            <a:ext cx="10765231" cy="914400"/>
          </a:xfrm>
          <a:prstGeom prst="rect">
            <a:avLst/>
          </a:prstGeom>
          <a:solidFill>
            <a:srgbClr val="111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109667"/>
            <a:ext cx="102165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The ask: a game catalogue — code → title, category, thumbnail. </a:t>
            </a:r>
            <a:r>
              <a:rPr sz="1400" b="0">
                <a:solidFill>
                  <a:srgbClr val="C9D3E0"/>
                </a:solidFill>
                <a:latin typeface="Segoe UI"/>
              </a:rPr>
              <a:t>It costs FEG a database export, it is the single highest-value thing we could be given, and it is the only limit here we cannot engineer around.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09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10896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8B96A5"/>
                </a:solidFill>
                <a:latin typeface="Consolas"/>
              </a:rPr>
              <a:t>10  /  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10765231" cy="533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>
                <a:solidFill>
                  <a:srgbClr val="141B26"/>
                </a:solidFill>
                <a:latin typeface="Segoe UI"/>
              </a:rPr>
              <a:t>The lobby should know who is looking at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9751"/>
            <a:ext cx="1076523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75363"/>
                </a:solidFill>
                <a:latin typeface="Segoe UI"/>
              </a:rPr>
              <a:t>Today it doesn't — one row, 23,673 players, 32 games. We measured what personalisation can and cannot do here, kept the row that already worked, and added the 732 games it could never reach.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895551"/>
            <a:ext cx="1371600" cy="28575"/>
          </a:xfrm>
          <a:prstGeom prst="rect">
            <a:avLst/>
          </a:prstGeom>
          <a:solidFill>
            <a:srgbClr val="2B6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334463"/>
            <a:ext cx="5199735" cy="2331720"/>
          </a:xfrm>
          <a:prstGeom prst="rect">
            <a:avLst/>
          </a:prstGeom>
          <a:solidFill>
            <a:srgbClr val="F3F6FA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17343"/>
            <a:ext cx="472424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27652"/>
                </a:solidFill>
                <a:latin typeface="Segoe UI"/>
              </a:rPr>
              <a:t>Shipped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Pipeline → model → API → lobby, end to end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A real login journey — anonymous landing, 12 demo accounts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~25 ms per personalised lobby. No GPU, no model fit at request time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54 tests, green on a clean clone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Eight documents — including the evaluation with the negative result in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334463"/>
            <a:ext cx="519973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6471" y="2517343"/>
            <a:ext cx="472424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B87D0A"/>
                </a:solidFill>
                <a:latin typeface="Segoe UI"/>
              </a:rPr>
              <a:t>Not built — and we say so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No Vue SDK yet — the dashboard is plain HTML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No Kafka/Redis — the pipeline is offline, daily batch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Prototype auth: hashed and signed, but no rate limiting or MFA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No session-level sequence model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475363"/>
                </a:solidFill>
                <a:latin typeface="Segoe UI"/>
              </a:rPr>
              <a:t>No online experiment. Every number here is offline — “longer sessions” is an assumption an A/B test must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867351"/>
            <a:ext cx="10765231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050231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8B96A5"/>
                </a:solidFill>
                <a:latin typeface="Consolas"/>
              </a:rPr>
              <a:t>Team Q'Makers  ·  feg-hackathon-2026-QMakers  ·  FEG Innovation Challenge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10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9324" y="6382512"/>
            <a:ext cx="64591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>
                <a:solidFill>
                  <a:srgbClr val="8B96A5"/>
                </a:solidFill>
                <a:latin typeface="Consolas"/>
              </a:rPr>
              <a:t>Q'Makers · FEG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